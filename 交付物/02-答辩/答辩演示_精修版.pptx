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6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29.xml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A（纯向量基线）</c:v>
                </c:pt>
              </c:strCache>
            </c:strRef>
          </c:tx>
          <c:spPr>
            <a:solidFill>
              <a:srgbClr val="C96A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关系型</c:v>
                  </c:pt>
                  <c:pt idx="1">
                    <c:v>多跳型</c:v>
                  </c:pt>
                  <c:pt idx="2">
                    <c:v>时序型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0.638889</c:v>
                </c:pt>
                <c:pt idx="1">
                  <c:v>0.641791</c:v>
                </c:pt>
                <c:pt idx="2">
                  <c:v>0.653061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B（＋1 跳）</c:v>
                </c:pt>
              </c:strCache>
            </c:strRef>
          </c:tx>
          <c:spPr>
            <a:solidFill>
              <a:srgbClr val="2035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关系型</c:v>
                  </c:pt>
                  <c:pt idx="1">
                    <c:v>多跳型</c:v>
                  </c:pt>
                  <c:pt idx="2">
                    <c:v>时序型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0.771429</c:v>
                </c:pt>
                <c:pt idx="1">
                  <c:v>0.774648</c:v>
                </c:pt>
                <c:pt idx="2">
                  <c:v>0.826923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C（方法，2 跳）</c:v>
                </c:pt>
              </c:strCache>
            </c:strRef>
          </c:tx>
          <c:spPr>
            <a:solidFill>
              <a:srgbClr val="37415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关系型</c:v>
                  </c:pt>
                  <c:pt idx="1">
                    <c:v>多跳型</c:v>
                  </c:pt>
                  <c:pt idx="2">
                    <c:v>时序型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0.742857</c:v>
                </c:pt>
                <c:pt idx="1">
                  <c:v>0.757143</c:v>
                </c:pt>
                <c:pt idx="2">
                  <c:v>0.823529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各位老师好，我的题目是《基于事件知识图谱与 RAG 的 A 股财经信息智能问答系统设计与实现》。要解决的问题很具体：财经信息里大量问题是多实体、多事件、多跳关系、还带时间约束的，只靠文本相似度检索容易漏证据。做法是把财经文本抽成事件知识图谱，再让向量检索与图谱检索融合，最后给出带证据、能追溯回原文的答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汇报结构五部分。特别提醒一句：我做了两轮实验——先跑 30 题预实验集，后来按计划跑了 120 题正式集，两轮的结论方向不一样。我会把两轮都报，并解释差异从哪里来，不会只报对我有利的那一轮。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财经问题一句话里往往出现多家公司、多个事件，还涉及“谁和谁有关系”“某件事之后又发生了什么”“最近三十天内的公告有哪些”。文本相似度检索不够——“语义相近”不等于“关系问得到”。知识图谱擅长表达显式关系与多跳路径，所以引入事件作为核心知识单元。工程意义是：输出不再是可能没有依据的一段话，而是答案＋可点击回原文的证据＋可核查的图谱路径。边界写死：不做预测、不给投资建议、不接实时行情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件事：把文本抽成实体、事件、关系、时间构成的知识图谱且每条事实带来源；实现混合检索；实现问答生成与证据追溯；用对比与消融说明图谱的作用；交付可运行系统与可复现的评测链路（检查脚本、输入指纹、复跑命令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 是构建型的：一篇自然语言公告怎么变成机器可查询的结构。RQ2 是核心问题、也是实验主线。RQ3 的结论刻意限定在“在本数据集与固定配置下观察到”的强度。三个问题各有一条对应实验路径：RQ1 靠抽取评测，RQ2 靠 A 组与 C 组对照，RQ3 靠消融。RQ1 的评测口径已在本次整改中由人工金标准改为模型参照集口径。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三点强调：假设都是陈述式比较命题、不预设方向；每条对应唯一变量，这样指标差异才能归因；本课题不引入额外统计显著性检验，一律用统一指标口径和预先写好的判定规则给结论。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两个收敛：用户角色只设一个普通用户，功能收敛为四项；模块收敛为六个，其中财经信息管理明确划为后台能力。数据库有刻意设计：表数量恒为六张，用户表始终建立、第一版保持为空，这样 schema 在任何情况下都稳定。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项非功能需求每一项都给了可验证口径——口径是事先定好的，不是看到结果再解释。数据一致性特意写成“变更后重处理加一致性检查”，而不是承诺三个存储实时同步，因为实时同步既超出本科可实现可验证的范围，也和核心问题无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论文第四章的核心图。从上往下：用户交互层不直接访问数据库和模型；业务服务层负责校验、流程组织与落库；智能问答层是核心处理单元；再往下分两路检索；最下面是数据知识层。两点说明：一是“向量检索模块”在实现上就是向量索引，项目里统一用这个说法；二是时间不作为独立实体，而是分成四种时间分别存放。一句话：向量检索回答“哪些文本相近”，图谱检索回答“这些实体之间有什么关系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固定数字：六类实体、八种核心事件类型、九条核心关系。事件不是只做一个标签，而是带六项核心属性的独立节点；参与主体用关系加角色表达。要强调：除证据关系本身外，其余八条核心语义关系都携带来源文档编号、来源文本块编号和置信度——这是“有证据的关系图”和普通关系图的区别。公司用股票代码而不是名称做唯一标识，因为 A 股有更名和简称重名的情况。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至少有两种含义：事件什么时候发生、消息什么时候发布；混在一个字段上时间过滤就没法做。所以分成四种、放在不同层级。所有“最新”“最近三十天”“近期九十天”一律按事件发生时间判定，以数据截止时间为基准。还有一条口径：时间过滤会把事件时间为空的候选一并剔除，理由是“无法判断是否落在窗口内的成员不能算通过过滤”——实验里我会区分“剔除量”与“真正丢失量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五段。抽取每条都挂证据；图谱构建先做实体消歧（以股票代码为锚），再做事件去重（按类型、参与主体、时间窗口、触发词相似度）；混合检索把两路统一到文本块编号后去重；问答生成把证据装配进固定预算；追溯这里有一个刻意设计——只有“回答”正文由模型生成，证据来源、图谱路径、数据截止与判定区间这三段是代码确定性拼装的，因为让模型自述证据就不可核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每个数字都能指到产物文件。图谱侧现行是 v1.3（3607／3614），评审前一直用 v1.2（2802／2736）。数据库六表行数 709、5018、30、30、293，用户表 0 行。图谱服务是本机真实的 Neo4j 实例，导入后做了三方计数对拍 18 项全部一致；导入前还做了重复键审计，发现如果把角色字段排除在合并键之外关系数会变成 3609、与边文件的 3614 对不上——这件事我按原样登记，没有调口径蒙混。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后端 FastAPI：表 4-13 的业务接口 25 个，分模块为管理员 12、图谱 5、问答 3、证据 3、历史 2；另加表 4-13 之外的已登记新增 7 个。接口文档实测 30 条路径／32 个操作，其中 25 个业务接口对应 25 个操作／23 条路径。错误码 14 个。图谱服务双后端：默认本机真实 Neo4j，保留内存图后端可切换用于回归对照。前端四页；答案按固定段头渲染，未用图谱扩展时显示固定字样，不虚构路径。验收是接口级冒烟加作者目视，44 行期望码与实测码逐行一致。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是基线，B 加一跳，C 是方法组，D 在 C 上加时间过滤，E 在 D 上加证据排序；逐项只加一个模块。冻结配置都在正式实验前定好、五组同值。指标分四项检索与三项问答；判定规则按关系型、多跳型、时序型三个子集分别做，不合并成总体平均。测试集 120 题＝核心 108＋压力 12，压力子集单独报告、绝不并入核心集平均。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这是本次答辩的核心页：120 题正式测试集、核心 108 题的主结果。请看第四行：完整证据召回从基线 A 的 0.7157 提升到方法组 C 的 0.8095，提高了将近 10 个百分点；1 跳组 B 更高，是 0.8208；D 与 E 都是 0.7905——那是因为时间过滤会剔除事件时间为空的候选，代价就在这里。再看 MRR：E 组从 0.6046 降到 0.5477，被设计成“进一步优化”的证据排序把首条标准证据推后了，这一点我如实报告。分母是“有效题数”，不是 120：A 组有 7 题、B 组 2 题、C／D／E 各 3 题因为答案侧冻结门禁未通过而未计入，题号我在正文里逐个列了。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这是正式集核心 108 题上、三个子集的完整证据召回。项目规定判定按子集分别做、不能合并成总体平均，因为合并会掩盖“只对某类问题有效”这种结果。三个子集分别是关系型 36 题、多跳型 67 题、时序型 49 题（允许重叠）。请看每组都是三根柱：基线 A 最低，加上图谱扩展后 B 和 C 都明显抬高——关系型 0.639 到 0.743，多跳型 0.642 到 0.757，时序型 0.653 到 0.824。三个子集方向一致，都是提高。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这是《02》第12.8节判定规则的结论页。规则要求两件事同时成立：该子集的完整证据召回高于基线，而且答案准确率不下降。看第一行：三个子集全部成立，正式集上从基线 A 到方法组 C 的完整证据召回都是提高的。第二行是答案准确率——这一半我已经跑完了：由跨厂商的模型按《02》第12.7节那张 0／1／2 量表逐条打分，三个子集的准确率不但没有下降，还都升了——关系型升 0.10，多跳型和时序型各升 0.17 左右。所以第三行的合取判定：三个子集全部成立，知识图谱在这三类问题上都提供了额外的检索价值。这里我要特别说明一句：这个准确率是模型评分口径、由跨厂商模型评审给出的，不是人工评分——本课题没有人工逐题评分这一步，论文里每一次引用都会带上这个限定。最后有一句必须分开说：30 题预实验集上那一轮的合取判定是不成立，那是另一套题集上的另一条结论，不是这一页的结论，下一页我专门讲两轮为什么方向相反。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这一页很重要，因为两轮结果方向相反。先用 30 题预实验集跑的时候：完整证据召回 A 到 E 五组完全一样，都是 0.566667，一格没动，所以我当时得到的结论是“图谱没有带来可观察的额外价值”。后来按计划跑了 120 题正式集，同一个指标从 0.7157 抬到 0.8095。为什么不一样？我查了两条：一是两套题集的参照证据集合完全相同的题为 0 道，就是题不一样；二是预实验集 30 题的基线本身只有 0.566667，本来就有将近一半的题抽不全证据，天花板效应把差异压住了。所以两套读数我并存报告、不互相否定，也不拿其中一套去覆盖另一套。补一点：答案准确率这一项在两轮里也是反向的——30 题预实验集上基线反而最高，正式集上基线是最低的一组。同样是题集不同造成的，两套读数并存。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这是我主动做的一个干预实验，它针对的是预实验集那个“图谱太薄”的猜测。看到 CER 五组全同之后，最自然的解释是“图谱太薄”。我没有停在猜上——把最薄的那一维补厚了：含两家以上公司参与方的事件从 16 补到 286（约 18 倍）。除图谱口径外，题目集、K、N、预算、保留份额、模型、温度、Prompt 全部一字未动。结果：预实验集上的结论没有翻转。这个实验说明的是：当年预实验集上的持平，不是因为图谱稀疏。它的范围限定在 30 题预实验集上，与正式集是两回事。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这一页是本次整改新补上的。抽取评测集的 260 条交付槽位按《16》第7.6节的冻结契约只能由人填、不许代填，所以到现在它们仍然是空的，我没有往里写一个字。但评测我还是做了：另立一份同等规模的模型参照集——deepseek-flash 在温度 0 下逐条标注、再经离线 lint 定向修复、最后做过 40 条独立复核——把系统抽取结果和它对照。实体 F1 是 0.536、时间 0.395，这两个还过得去；事件 0.097、关系 0.120，低得刺眼。我在报告里把它拆开看了：如果匹配条件放宽到“证据文本能对上就算命中”，事件 F1 是 0.435、关系是 0.444。也就是说，这个落差主要来自“两个模型写的事件名不是同一串字”，而不是系统根本没抽到。我另外做了异模型反向对照，读数同量级，所以低值不是自证造成的假象。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这一页是问答质量评分，口径是跨厂商模型评审：主评审用 kimi-k3，副评审用智谱的模型，两个厂商按《02》第12.7节那张 0／1／2 量表逐条打分，另外对 20% 的样本做跨模型交叉核对。这次跑的是正式集：A 到 E 五组合计 582 条有效答案，题集口径是 600 条，差额来自答案侧门禁没过的那几个题次。读数请看第一行：正式集上基线 A 组是 1.6903，方法组 C 组是 1.8120——基线 A 反而是最低的一组，完整性和准确率两项都是这个方向。一致率这边，两家模型在这批答案上准确率、完整性都在 0.98 以上，忠实度 0.91。这里我要主动交底两件事。第一，这些分是模型打的、不是人工打的——量表逐字取自《02》第12.7节，但评分者是跨厂商模型，本课题没有人工逐题评分，论文里每次引用都会带上这个限定。第二，右边这一列是 30 题预实验集那份读数，它跟正式集方向相反：预实验集上基线 A 是 1.7333、方法组 C 是 1.7000，基线最高。两套读数我并存报告、落点分开，不混着引、也不拿一套去否定另一套；为什么方向会相反，下面失败归因和两轮对照那两页会讲。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失败案例这一页我按可机检的判据逐类列，不靠目测。第一行是答案侧冻结门禁：18 个题次、8 个不重复题号，其中 D 组有一题同时中了两项。需要说明的是，未通过不等于这道题的检索失败——它也可能只是生成侧没把日期写准。第二行是错抽：326 条系统实体里 69 条落空。第三行是时间判断：三桶一共 560 块候选被剔除，但落在标准证据上的只有 43 块，真正丢失的只有 5 题 5 块，另有 1 题 1 块是应该剔的。第四行是生成不忠实，这一行本次用模型评分口径补齐了：忠实度判 1 分的有 20 条、判 0 分的 0 条，涉及 16 道题号。第五行是图谱冗余：22 题。每一类的判据、题号、计数与复算命令都写在正文里，并且我逐类标注了这是代理判据、不是人工判断。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两处整改。第一处样本量：原来只有 3 个样本，P95 实际等于最大值，统计意义很弱；现在补到 30 个样本并分段记录。端到端平均约 15 秒、P95 约 37 秒，其中大模型生成平均 7.3 秒。剩下 7.7 秒是这学期量化出来的一个架构问题——每次问答后端都会起新子进程重新加载模型与数据，这部分可优化，论文里会写清楚。第二处可用性口径：原来只报了背靠背那轮的 60%，那个读数片面；现在三种口径并列——正常节奏 100 次全成功、10 并发 10 次全成功、背靠背 60 次成功且失败的全是限流（服务端主动保护），没有第二类失败。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这一页我主动讲还剩什么没做完。先说要紧的两项。第一，正式集问答质量评分——已经做完了：跨厂商模型评审，主评审 kimi、副评审智谱，评的是正式集 582 条有效答案；这一半补上以后，《02》第12.8节那条判定规则就能给出完整结论了，三个子集的合取判定全部成立。第二，抽取评测那 260 条交付槽位，按《16》第7.6节的冻结契约只能由人填、不许代填，到现在仍然是空的，我没有往里写一个字——我改的是评测口径，另立了一份可公开复算的模型参照集，四类指标已经算出来了：实体 0.536、时间 0.395，事件 0.097、关系 0.120；如果按“证据文本能对上”来配对，事件是 0.435、关系是 0.444，落差主要来自命名口径而不是根本没抽到，两个口径我都报。第三，工程侧：第 9 阶段专项检查唯一未过是“工作区洁净度”，它查的是改动有没有提交、提交后自动复位，不是程序问题。第四，送审材料的三个硬伤已经全部补上。最后强调一句：那 260 条槽位仍然是空的、我没有填——我改的是评测口径，不是把模型产物冒充成人工标注，这两件事性质完全不同，论文里会写清楚。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三条特色：事件中心化的知识表示；融合实体关系与时间约束的图谱增强混合检索；面向多跳问答的证据追溯与系统化评测机制。工作量：代码约 4.2 万行、77 个文件，后端 25 个业务接口、数据库 6 张表、前端 4 个页面。工程纪律三点：含真实密钥的本地配置文件全部被版本控制忽略、从未进入仓库历史；工作区有多套专项验收脚本，每套都能从产物重算数字再比对；报告里每个数字都给出处，包括对我不利的数字。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局限尽量说具体。第一，两轮实验方向相反，我把两套读数并存报告、不互相否定，并解释了差异来自题集与样本量，而不是口径改变。第二，抽取评测显示事件与关系的识别结果与参照集的一致性偏低——事件 F1 是 0.097、关系 0.120；把匹配条件放宽到证据文本配对后是 0.435 和 0.444，说明低值里有很大一部分是命名口径而不是漏抽，但整体一致性确实不高。第三，语料 709 篇、时间覆盖 100 天，公司不是随机抽的，是按事件类型优先定向补样。第四，事件时间为空约 49.5%，直接限制了时序型题目的可出题量。第五，两组评测都是模型口径，不是人工金标准，论文里每次引用都带限定语。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结论收成三句话。第一，系统建成并且可运行：六层架构、三个存储、25 个后端业务接口、4 个前端页面，以及一套能从产物重算数字的验收脚本。第二，核心实验结果分两层：在 120 题正式测试集的核心 108 题上，加入事件知识图谱把完整证据召回从 0.7157 抬到 0.8095，三个子集方向一致；而在 30 题预实验集上该指标五组完全持平。两套读数我并存报告、不互相否定，并解释了差异来自题集与样本量。第三，已完成与未完成的部分我都放进结论：正式集 582 条答案的模型评分已完成，12.8 判定的完整结论已经给出；抽取评测那 260 条交付槽位仍为空、未代填。我的汇报到这里，谢谢各位老师。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感谢我的指导老师，尤其是“每个数字都要有出处、每个结论都要能被反证”这条要求。也感谢评审过程中提出的意见——正是“A 组不在交付产物里”这条，让我补上了对照实验和那个加厚十八倍的干预实验；也正是评审指出的两处评测缺口，促使我把评测口径改成可复算的机器口径，并把“这不是人工金标准”写进论文。还要感谢开源社区。我的汇报结束，请各位老师批评指正，谢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我在系统做完之后补的一轮用户测试，也是整套材料里最新的一块。问题不是界面不好看：第一次用真实浏览器完整走一遍就发现，正常使用大约四十秒，就把后端全局限流六十次每分钟的额度用光了；而前端把「被限流」显示成了「没有这家公司」「没有这段数据」——对一个卖点是证据可追溯的系统，这是方向性误读，比样式问题严重得多。改的是两层：一是把一次走查的接口请求从七十五次压到三十四次，靠只读缓存和并发合并；二是让限流可见——横幅、建议等待秒数、一次退避重试，失败不再静默下沉成空态。读数用同一套装置、同一个任务序列对照：四百二十九从十九条降到零条，走查通过项从四十加到四十一，严重项从四条降到一条，提问主链路端到端三十二点四秒。全部截图和每步快照都在交付目录里，可以复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基于事件知识图谱与 RAG 的 A 股财经信息智能问答系统设计与实现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914400" y="2926080"/>
            <a:ext cx="975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6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软件工程 · 本科毕业设计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96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答辩人：王锦灿　指导教师：徐文莉　日期：2027 年 5 月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C96A1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把财经文本抽成事件图谱，做带证据、可追溯的问答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汇报路线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一、选题背景、意义与三个研究问题（P03–06）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二、需求分析与系统总体设计（P07–11）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三、系统实现：数据、图谱、检索、问答、前端（P12–14）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四、实验：120 题正式集的 A～E 对照与消融（P15–23）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五、预实验与正式集的方向差异、当前边界与结论（P24–28）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选题背景与意义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财经问答的难点：多实体、多事件、多跳关系、时间约束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纯文本相似度检索：语义相近，但关系与时间问不出来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事件知识图谱：提供实体—事件—关系的可查询结构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工程意义：从“给一段话”到“给答案＋证据＋路径”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边界：不做涨跌预测、不做投资建议、不接实时行情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研究目标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构建面向财经事件的事件知识图谱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实现向量检索与图谱检索融合的混合检索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实现带证据、可追溯到原文的智能问答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用对比与消融实验说明图谱的实际作用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　交付可运行的前后端系统与可复现的评测链路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三个研究问题（RQ1～RQ3）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研究问题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预期产出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对应实验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财经事件如何进行结构化表示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本体定义＋抽取流程＋可查询图谱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抽取评测（260 块，模型参照集口径）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知识图谱能否弥补传统向量 RAG 的关系检索不足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同一测试集上两方案的对照结果与分组分析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组（Baseline）vs C 组（Method）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RQ3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不同图谱检索策略对系统效果有什么影响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0／1／2 跳与时间过滤的对比与观察性结论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消融 A／B／C 与 C→D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三条研究假设（H1～H3）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假设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内容要点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唯一变量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检验方式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KG-RAG 与 Vector RAG 在证据召回与 Answer Accuracy 上存在差异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是否使用事件知识图谱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组 vs C 组，按关系型／多跳型／时序型子集分别判定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不同检索深度（0／1／2 跳）在证据覆盖与回答质量上存在差异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图谱扩展深度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消融 A／B／C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 跳固定时，启用与不启用时间过滤存在差异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时间过滤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消融 C→D（时序子集单独统计）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需求分析：角色与六个功能模块</a:t>
            </a:r>
            <a:endParaRPr lang="en-US" sz="3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编号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财经信息管理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后台能力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导入／清洗／更新，不对普通用户开放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财经事件抽取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系统内部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六类实体＋事件＋关系＋时间，保留证据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事件知识图谱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实体／事件／关系／时间／多跳查询与可视化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智能问答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相对时间按 event_time 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证据追溯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来源／新闻／公告／相关事件＋图谱路径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FR-06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历史问答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用户可用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 session_id 过滤，不需要独立历史表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非功能需求与验收口径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需求项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验收口径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本课题实测位置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响应时间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平均与 P95 分段记录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NFR-01，n=30，四段耗时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并发能力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并发成功率 ≥95%；连续 100 次 ≥95%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NFR-02，三口径并列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可维护性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换模型不改前端代码；按部署说明可完成一次完整部署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配置文件集中管理＋一键启动脚本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数据一致性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变更后重处理更新图谱与向量索引；提供一致性检查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/api/admin/consistency-check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异常处理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≥6 类异常场景，不泄露密钥与内部堆栈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类 16 行异常场景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系统安全性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密钥只在后端；接口有输入校验与频率限制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限流 60 次／60 秒、错误码 1004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系统总体架构（六层）</a:t>
            </a:r>
            <a:endParaRPr lang="en-US" sz="3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职责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代码落点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用户交互层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问答输入、答案与证据展示、图谱可视化、历史记录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代码\前端\（Vue 3 四页）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业务服务层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问答管理、查询管理、历史记录、参数校验与落库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代码\后端\（FastAPI，25 业务接口＋7 已登记新增）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智能问答层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问题分析→检索→证据融合→Prompt 构建→生成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代码\问答\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FAISS 向量索引的语义相似度检索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代码\检索\vector_search.py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图谱检索模块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实体／事件／关系多跳查询（双后端）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代码\后端\services\graph_service.py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数据知识层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原始财经文本＋六类实体结构化知识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六表／Neo4j／向量索引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数据与本体设计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设计对象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取值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关键约定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六表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user／document／document_chunk／question／answer／answer_evidence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表数量恒为六；被引用文档禁止物理删除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实体类型（6 类）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Company／Person／Industry／Institution／Event／Policy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公司以 stock_code 为稳定业务唯一标识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核心事件类型（8 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业绩／监管／股权／投资并购／重大合同／产品／政策／重大经营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抽取、标注与评测共用同一 schema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核心关系（9 条）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BELONGS_TO／SUPPLIES／CUSTOMER_OF／COMPETES_WITH／HAS_EXECUTIVE／PARTICIPATES_IN／ISSUED_BY／RELATED_TO／EVIDENCED_BY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除 EVIDENCED_BY 外均带 source_doc_id／source_chunk_id／confidence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事件核心属性（6 项）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event_id／event_type／event_name／event_time／description／confidence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参与主体由关系表达，不存数组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时间维度设计</a:t>
            </a:r>
            <a:endParaRPr lang="en-US" sz="3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归属层级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事件发生时间 event_time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Event 节点属性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时间范围过滤；“最新／最近／近期”判定依据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空值在 D／E 组被剔除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文档发布时间 publish_time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Document 节点属性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判断信息何时进入公开渠道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公告／新闻／政策统一放这里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关系有效时间 valid_from／valid_to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判断关系在查询时间点是否成立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目前用于行业归属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数据截止时间 data_cutoff_time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数据集版本级属性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相对时间表述的基准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2026-09-25T23:59:59+08:00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技术路线：抽取 → 图谱 → 检索 → 生成 → 追溯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事件抽取：六类实体＋事件＋关系＋时间，每条挂证据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知识图谱：消歧、去重、写入，保留证据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混合检索：向量候选 ＋ 图谱扩展 ＋ 时间过滤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问答生成：证据装配到固定预算，大模型生成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证据追溯：答案＋原文证据＋图谱路径三段拼装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系统实现①：数据、图谱与数据库落地</a:t>
            </a:r>
            <a:endParaRPr lang="en-US" sz="3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实测值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数据集 v2.1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 家公司／45 个行业／709 篇文档／5018 个文本块／5018 条向量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事件类型优先的定向补样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图谱导出物 v1.3（现行）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 3607／边 3614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Company 938／Person 396／Industry 73／Institution 308／Event 1098／Policy 102／Document 692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图谱导出物 v1.2（归档）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 2802／边 2736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 时期读数，现行 v1.3 为 3607／3614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MySQL 六表行数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709／5018／30／30／293／0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document／chunk／question／answer／answer_evidence／user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关键关系边数（v1.3）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PARTICIPATES_IN 1914／EVIDENCED_BY 1111／SUPPLIES 29／CUSTOMER_OF 9／COMPETES_WITH 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 时期为 1252／1111／0／4／1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数据时间覆盖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2026-06-17 ～ 2026-09-25，共 100 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离线数据集，非实时行情库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系统实现②：后端接口、前端页面与验收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后端接口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 4-13 业务接口 25 个（25 个操作／23 条路径）＋表 4-13 之外已登记新增 7 个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接口文档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现行 OpenAPI 实测 30 条路径／32 个操作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 个（含 1004 限流 429、3004 装配守卫 502）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图谱服务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双后端：本机真实 Neo4j 默认，第 7 阶段内存图后端保留可切换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前端页面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/ask ／ /answer/:answerId ／ /graph ／ /history（Vue 3 四页）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答案渲染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四段结构；未用图谱时固定标注“本次回答未使用图谱扩展”，不虚构路径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冒烟矩阵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44 行（28 正常路径＋16 异常场景），期望码＝实测码逐行一致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单元测试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代码\测试\ 121 例全过（pytest，退出码 0）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实验设计：A～E 消融与冻结口径</a:t>
            </a:r>
            <a:endParaRPr lang="en-US" sz="3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继承关系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纯向量检索（Baseline 2）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基线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A＋1 跳图谱扩展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A＋1-hop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A＋2 跳图谱扩展（含 1 跳）＝Method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A＋2-hop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C＋时间过滤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D＝C＋时间过滤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D＋证据排序（独立优化实验，不并入 RQ3）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E＝D＋证据排序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冻结配置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K＝10／N＝20／上下文预算 3600／图谱保留份额 g＝2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 deepseek-flash／temperature 0／Prompt v1.0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题集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 题＝核心 108 ＋ 压力 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压力子集单独报告，绝不并入核心集平均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实验结果①：正式集 120 题・核心 108 题主结果（A → C ＋9.4 个百分点）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A（基线）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B（＋1 跳）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C（方法）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D（＋时间过滤）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E（＋排序）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Recall@K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0.776144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0.877358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0.873016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0.847619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0.847619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Precision@K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0.106863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0.121698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0.120000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0.118095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0.118095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MRR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0.585224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0.611253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0.607551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0.604588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0.547653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 Complete Evidence Recall@K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0.715686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0.820755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0.809524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0.790476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0.790476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图谱来源证据（合计）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图谱来源证据（每题）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1.3113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1.2952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1.1048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1.1048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有效题数（分母）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实验结果②：逐子集完整证据召回（A／B／C）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《02》12.8 判定（正式集）：三子集合取判定全部成立</a:t>
            </a:r>
            <a:endParaRPr lang="en-US" sz="3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判定要件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关系型（36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多跳型（72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时序型（54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完整证据召回高于基线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0.638889 → 0.742857　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0.641791 → 0.757143　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0.653061 → 0.823529　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答案准确率不下降（模型评分口径）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1.5556 → 1.6571（+0.1015）成立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1.5970 → 1.7714（+0.1744）成立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1.5510 → 1.7255（+0.1745）成立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且 ② 合取判定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两轮实验为什么方向相反（必讲）</a:t>
            </a:r>
            <a:endParaRPr lang="en-US" sz="3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预实验集（30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正式集（120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完整证据召回（A → C）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0.566667 → 0.566667（完全持平）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0.715686 → 0.809524（提高约 9.4 个百分点）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逐子集方向性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三个子集均不成立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三个子集均成立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答案准确率（A → C）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1.7333 → 1.7000（基线反而更高）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1.5556 → 1.6571（多跳型 1.5970 → 1.7714、时序型 1.5510 → 1.7255，均上升）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与《02》12.8 判定的关系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不成立 ⇒ 合取判定不成立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成立；② 成立 ⇒ 合取判定成立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两集参照证据集合相同的题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道（题不一样）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两套读数怎么用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并存、不可混引（落点 对照产出_v13）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并存、不可混引（落点 对照产出_正式）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干预实验：图谱加厚 18 倍（30 题预实验集）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v1.2（原口径）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v1.3（现行口径）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 ≥2 个公司参与方的事件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286（约 18 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PARTICIPATES_IN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Company 节点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SUPPLIES／CUSTOMER_OF／COMPETES_WITH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0／4／1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29／9／8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节点／边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2802／2736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3607／3614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A～E 五组 CER@K（30 题预实验集）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 0.566667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全部 0.566667（未翻转）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抽取评测（RQ1）：模型参照集口径</a:t>
            </a:r>
            <a:endParaRPr lang="en-US" sz="3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Precision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Recall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F1（主判据）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F1（宽松配对）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实体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0.7883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0.4060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0.5360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0.5631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0.1532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0.0712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0.0972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0.4348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0.1831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0.0895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0.1202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0.4439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0.6383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0.2857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0.3947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抽取评测集 260 条交付槽位按《16》第 7.6 节冻结契约仍为空、未代填；本页为模型参照集口径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问答质量评分：跨厂商模型评审（正式集 582 条答案）</a:t>
            </a:r>
            <a:endParaRPr lang="en-US" sz="3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 582 条答案（本次主结果）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 题预实验集（另一套，方向相反）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Answer Accuracy（均值）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1.6903／B 1.8390／C 1.8120／D 1.7607／E 1.7863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1.7333／B 1.6667／C 1.7000／D 1.7000／E 1.6333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正式集上基线 A 最低；预实验集上 A 最高——两轮方向相反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Completeness（均值）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1.6195／B 1.7881／C 1.7692／D 1.6923／E 1.7179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1.4000／B 1.4333／C 1.4667／D 1.4667／E 1.4333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正式集上同样是基线 A 最低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Faithfulness（均值）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1.9823／B 1.9915／C 1.9573／D 1.9658／E 1.9316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1.9667／B 1.9667／C 2.0000／D 2.0000／E 1.9667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两组都接近饱和，区分度极低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跨模型一致率（119 条 × 3 维）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 0.9832（κ 0.9621）；完整性 0.9916（κ 0.9833）；忠实度 0.9076（κ 0.3034）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准确率 30/30；完整性 30/30；忠实度 29/30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模型间一致率，不是信度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 12.8 判定（Answer Accuracy 不下降）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三个子集全部成立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三个子集均不成立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两轮结论分开说、不得混说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失败案例与归因（每一类都给了可机检判据）</a:t>
            </a:r>
            <a:endParaRPr lang="en-US" sz="3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归因类别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判据与计数（正式集 120 题）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答案侧门禁未通过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 题次／8 道不重复题号（date_unverifiable 为主；D 组 FQ-115 中两项）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 图谱侧未覆盖（错抽代理）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326 条系统实体中 69 条落空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 时间过滤剔除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三桶 560 块；落在 gold 上 43 块；真正丢失 5 题／5 块；正确剔除 1 题／1 块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 生成不忠实（模型评分口径）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Faithfulness 判 0 分 0 条、判 1 分 20 条，涉及 16 道不重复题号（A2／B1／C5／D4／E8）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 图谱冗余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 题（图谱块入集但未命中 gold）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系统指标：NFR-01 ／ NFR-02</a:t>
            </a:r>
            <a:endParaRPr lang="en-US" sz="3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NFR-01 分段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平均(s)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P95(s)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最大(s)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端到端（客户端墙钟）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14.994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37.048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39.405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大模型生成（同一次运行）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7.312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29.306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31.773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其余部分（派生，非纯检索）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7.683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8.091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NFR-02 按正常节奏（≈50 次/分钟）：100 次全成功、限流 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NFR-02 背靠背连续 100 次：成功 60、限流 40、无其它失败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NFR-02 10 并发：10 次全成功、限流 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100%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当前边界与未完成项</a:t>
            </a:r>
            <a:endParaRPr lang="en-US" sz="3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0356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7E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正式集问答质量评分（582 条有效答案）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跨厂商模型评审已完成；12.8 判定三个子集全部成立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抽取评测集 260 条交付槽位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按《16》第7.6节 冻结契约仍为空、未代填；评测另走模型参照集口径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契约保持不变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第 9 阶段专项检查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工作区改动未提交（D6）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提交后自动复位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送审材料三项硬伤（P1-1／P1-2／P1-12）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 张图已导出 PNG、22 条参考文献已改 GB/T 7714、单元测试 121 例落地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已完成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主要工作与特色（工作量）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特色一：面向财经事件的事件中心化知识表示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特色二：融合实体关系与时间约束的图谱增强混合检索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特色三：面向多跳问答的证据追溯与系统化评测机制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工作量：源码约 4.2 万行／77 文件；25 个业务接口／6 张表／4 个页面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工程纪律：密钥零泄露、多套专项检查、产物逐条给来源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局限与展望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预实验集与正式集方向相反，已在正文里分开报告、不互相否定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抽取评测显示事件与关系与参照集的一致性偏低（F1 0.097／0.120）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语料规模与抽样：709 篇、100 天；非随机抽样（事件类型优先补样）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事件时间为空的比例约 49.5%，限制时序型题目的可出题量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　评测均是模型口径（参照集与评审都是模型），不是人工金标准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　展望：扩大评测样本与 judge 覆盖面，把本次评分做成可复现的复评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系统已建成并可运行：六层架构、三存储、25 接口、四页面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工程与产物真实可核：全阶段专项检查绿、产物逐条给来源、输入指纹可复跑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正式集（120 题）上图谱带来了可观察的额外证据召回（0.7157 → 0.8095）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但预实验集（30 题）上方向相反（五组持平 0.5667）——两套读数并存、不可混引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　正式集 12.8 判定三个子集全部成立（① 完整证据召回与 ② 答案准确率均上升）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　未完成项已如实登记，不做任何包装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用户测试：从「能跑」到「好用」（可复现读数）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装置　Playwright ＋ Chromium，七任务 T1～T7 真实浏览器走查：逐步骤截屏、文本快照、控制台错误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　一次走查就把后端 60 次／60 秒额度用光，而前端把「被限流」显示成「没有这家公司」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　只读缓存 ＋ 并发合并：一次走查 75 → 34 次请求（−54.7%）；限流横幅 ＋ 退避重试，失败不再下沉成空态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　429 由 19 → 0；走查通过 40 → 41；严重项 4 → 1；提问主链路端到端 32.4 s（同一装置、同一任务序列）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　《07-设计与需求/用户测试》4 份 ＋ uat/证据 6 组（优化前／后各一轮，每轮 14 张截图）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035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0080" y="1371600"/>
            <a:ext cx="10363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　感谢指导教师在选题、口径与审查纪律上的指导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　感谢评审意见帮我补上了对照实验、干预实验与两处评测口径整改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　感谢开源社区：FastAPI ／ Vue ／ Neo4j ／ FAISS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7415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　请各位老师批评指正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基于事件知识图谱与 RAG 的 A 股财经信息智能问答系统设计与实现</dc:title>
  <dc:subject>PptxGenJS Presentation</dc:subject>
  <dc:creator>dsh-office</dc:creator>
  <cp:lastModifiedBy>dsh-office</cp:lastModifiedBy>
  <cp:revision>1</cp:revision>
  <dcterms:created xsi:type="dcterms:W3CDTF">2026-10-08T18:27:51Z</dcterms:created>
  <dcterms:modified xsi:type="dcterms:W3CDTF">2026-10-08T18:27:51Z</dcterms:modified>
</cp:coreProperties>
</file>